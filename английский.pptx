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1940004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237965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1048458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395595E-AF6E-4986-B700-E9C1DE32205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204019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395595E-AF6E-4986-B700-E9C1DE32205D}" type="datetimeFigureOut">
              <a:rPr lang="ru-RU" smtClean="0"/>
              <a:t>08.10.2025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2557915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395595E-AF6E-4986-B700-E9C1DE32205D}" type="datetimeFigureOut">
              <a:rPr lang="ru-RU" smtClean="0"/>
              <a:t>08.10.2025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139637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395595E-AF6E-4986-B700-E9C1DE32205D}" type="datetimeFigureOut">
              <a:rPr lang="ru-RU" smtClean="0"/>
              <a:t>08.10.2025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3821270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395595E-AF6E-4986-B700-E9C1DE32205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36254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395595E-AF6E-4986-B700-E9C1DE32205D}" type="datetimeFigureOut">
              <a:rPr lang="ru-RU" smtClean="0"/>
              <a:t>08.10.2025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147336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4180283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F99CE74-B6A7-47B1-B697-809C69C92CC9}" type="slidenum">
              <a:rPr lang="ru-RU" smtClean="0"/>
              <a:t>‹#›</a:t>
            </a:fld>
            <a:endParaRPr lang="ru-RU"/>
          </a:p>
        </p:txBody>
      </p:sp>
    </p:spTree>
    <p:extLst>
      <p:ext uri="{BB962C8B-B14F-4D97-AF65-F5344CB8AC3E}">
        <p14:creationId xmlns:p14="http://schemas.microsoft.com/office/powerpoint/2010/main" val="4193817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95595E-AF6E-4986-B700-E9C1DE32205D}" type="datetimeFigureOut">
              <a:rPr lang="ru-RU" smtClean="0"/>
              <a:t>08.10.2025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99CE74-B6A7-47B1-B697-809C69C92CC9}" type="slidenum">
              <a:rPr lang="ru-RU" smtClean="0"/>
              <a:t>‹#›</a:t>
            </a:fld>
            <a:endParaRPr lang="ru-RU"/>
          </a:p>
        </p:txBody>
      </p:sp>
    </p:spTree>
    <p:extLst>
      <p:ext uri="{BB962C8B-B14F-4D97-AF65-F5344CB8AC3E}">
        <p14:creationId xmlns:p14="http://schemas.microsoft.com/office/powerpoint/2010/main" val="3307918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Wikipedia:Text_of_the_Creative_Commons_Attribution-ShareAlike_4.0_International_License"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6" Type="http://schemas.openxmlformats.org/officeDocument/2006/relationships/hyperlink" Target="https://wikimediafoundation.org/" TargetMode="External"/><Relationship Id="rId5" Type="http://schemas.openxmlformats.org/officeDocument/2006/relationships/hyperlink" Target="https://foundation.wikimedia.org/wiki/Special:MyLanguage/Policy:Privacy_policy" TargetMode="External"/><Relationship Id="rId4" Type="http://schemas.openxmlformats.org/officeDocument/2006/relationships/hyperlink" Target="https://foundation.wikimedia.org/wiki/Special:MyLanguage/Policy:Terms_of_Us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b="1" dirty="0" smtClean="0"/>
              <a:t>Cyberbullying (</a:t>
            </a:r>
            <a:r>
              <a:rPr lang="ru-RU" dirty="0" err="1" smtClean="0"/>
              <a:t>Киберублинг</a:t>
            </a:r>
            <a:r>
              <a:rPr lang="en-US" dirty="0" smtClean="0"/>
              <a:t>)</a:t>
            </a:r>
            <a:endParaRPr lang="ru-RU" dirty="0"/>
          </a:p>
        </p:txBody>
      </p:sp>
      <p:sp>
        <p:nvSpPr>
          <p:cNvPr id="3" name="Подзаголовок 2"/>
          <p:cNvSpPr>
            <a:spLocks noGrp="1"/>
          </p:cNvSpPr>
          <p:nvPr>
            <p:ph type="subTitle" idx="1"/>
          </p:nvPr>
        </p:nvSpPr>
        <p:spPr/>
        <p:txBody>
          <a:bodyPr/>
          <a:lstStyle/>
          <a:p>
            <a:r>
              <a:rPr lang="en-US" dirty="0" err="1" smtClean="0"/>
              <a:t>Dmitriev</a:t>
            </a:r>
            <a:r>
              <a:rPr lang="en-US" dirty="0" smtClean="0"/>
              <a:t> </a:t>
            </a:r>
            <a:r>
              <a:rPr lang="en-US" dirty="0" err="1" smtClean="0"/>
              <a:t>Mihael</a:t>
            </a:r>
            <a:endParaRPr lang="ru-RU" dirty="0"/>
          </a:p>
        </p:txBody>
      </p:sp>
      <p:sp>
        <p:nvSpPr>
          <p:cNvPr id="4" name="Подзаголовок 2"/>
          <p:cNvSpPr txBox="1">
            <a:spLocks/>
          </p:cNvSpPr>
          <p:nvPr/>
        </p:nvSpPr>
        <p:spPr>
          <a:xfrm>
            <a:off x="5314545" y="638031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dirty="0" smtClean="0"/>
              <a:t>ЫЫЫЫ ЗАКИБЕРБУЛИЛИ ПАЦАНА</a:t>
            </a:r>
            <a:endParaRPr lang="ru-RU" dirty="0"/>
          </a:p>
        </p:txBody>
      </p:sp>
    </p:spTree>
    <p:extLst>
      <p:ext uri="{BB962C8B-B14F-4D97-AF65-F5344CB8AC3E}">
        <p14:creationId xmlns:p14="http://schemas.microsoft.com/office/powerpoint/2010/main" val="147266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What is it?</a:t>
            </a:r>
            <a:endParaRPr lang="ru-RU" dirty="0"/>
          </a:p>
        </p:txBody>
      </p:sp>
      <p:sp>
        <p:nvSpPr>
          <p:cNvPr id="3" name="Объект 2"/>
          <p:cNvSpPr>
            <a:spLocks noGrp="1"/>
          </p:cNvSpPr>
          <p:nvPr>
            <p:ph idx="1"/>
          </p:nvPr>
        </p:nvSpPr>
        <p:spPr/>
        <p:txBody>
          <a:bodyPr/>
          <a:lstStyle/>
          <a:p>
            <a:pPr marL="0" indent="0">
              <a:buNone/>
            </a:pPr>
            <a:r>
              <a:rPr lang="en-US" b="1" dirty="0"/>
              <a:t>Cyberbullying</a:t>
            </a:r>
            <a:r>
              <a:rPr lang="en-US" dirty="0"/>
              <a:t> is a form of </a:t>
            </a:r>
            <a:r>
              <a:rPr lang="en-US" b="1" dirty="0"/>
              <a:t>bullying</a:t>
            </a:r>
            <a:r>
              <a:rPr lang="en-US" dirty="0"/>
              <a:t> or harassment using electronic means. Since the 2000s, it has become increasingly common, especially among teenagers and adolescents, due to young people's increased use of social media</a:t>
            </a:r>
            <a:r>
              <a:rPr lang="en-US" dirty="0" smtClean="0"/>
              <a:t>.</a:t>
            </a:r>
            <a:endParaRPr lang="en-US" dirty="0"/>
          </a:p>
        </p:txBody>
      </p:sp>
    </p:spTree>
    <p:extLst>
      <p:ext uri="{BB962C8B-B14F-4D97-AF65-F5344CB8AC3E}">
        <p14:creationId xmlns:p14="http://schemas.microsoft.com/office/powerpoint/2010/main" val="4027509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Forms of Cyberbullying</a:t>
            </a:r>
            <a:endParaRPr lang="ru-RU" dirty="0"/>
          </a:p>
        </p:txBody>
      </p:sp>
      <p:sp>
        <p:nvSpPr>
          <p:cNvPr id="3" name="Объект 2"/>
          <p:cNvSpPr>
            <a:spLocks noGrp="1"/>
          </p:cNvSpPr>
          <p:nvPr>
            <p:ph idx="1"/>
          </p:nvPr>
        </p:nvSpPr>
        <p:spPr/>
        <p:txBody>
          <a:bodyPr/>
          <a:lstStyle/>
          <a:p>
            <a:r>
              <a:rPr lang="de-DE" b="1" dirty="0" smtClean="0"/>
              <a:t>Cyberstalking</a:t>
            </a:r>
          </a:p>
          <a:p>
            <a:r>
              <a:rPr lang="de-DE" b="1" dirty="0" err="1" smtClean="0"/>
              <a:t>Trolling</a:t>
            </a:r>
            <a:endParaRPr lang="de-DE" b="1" dirty="0" smtClean="0"/>
          </a:p>
          <a:p>
            <a:r>
              <a:rPr lang="de-DE" b="1" dirty="0" err="1"/>
              <a:t>Hate</a:t>
            </a:r>
            <a:r>
              <a:rPr lang="de-DE" b="1" dirty="0"/>
              <a:t> </a:t>
            </a:r>
            <a:r>
              <a:rPr lang="de-DE" b="1" dirty="0" err="1"/>
              <a:t>raids</a:t>
            </a:r>
            <a:endParaRPr lang="de-DE" b="1" dirty="0"/>
          </a:p>
          <a:p>
            <a:r>
              <a:rPr lang="de-DE" b="1" dirty="0" smtClean="0"/>
              <a:t>Spam</a:t>
            </a:r>
          </a:p>
          <a:p>
            <a:r>
              <a:rPr lang="de-DE" b="1" dirty="0" err="1" smtClean="0"/>
              <a:t>Impersonation</a:t>
            </a:r>
            <a:endParaRPr lang="de-DE" b="1" dirty="0" smtClean="0"/>
          </a:p>
          <a:p>
            <a:r>
              <a:rPr lang="de-DE" b="1" dirty="0" err="1" smtClean="0"/>
              <a:t>Doxxing</a:t>
            </a:r>
            <a:endParaRPr lang="de-DE" b="1" dirty="0"/>
          </a:p>
          <a:p>
            <a:r>
              <a:rPr lang="de-DE" b="1" dirty="0" smtClean="0"/>
              <a:t>S…..l </a:t>
            </a:r>
            <a:r>
              <a:rPr lang="de-DE" b="1" dirty="0" err="1" smtClean="0"/>
              <a:t>harassement</a:t>
            </a:r>
            <a:endParaRPr lang="ru-RU" dirty="0"/>
          </a:p>
        </p:txBody>
      </p:sp>
    </p:spTree>
    <p:extLst>
      <p:ext uri="{BB962C8B-B14F-4D97-AF65-F5344CB8AC3E}">
        <p14:creationId xmlns:p14="http://schemas.microsoft.com/office/powerpoint/2010/main" val="3870677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de-DE" dirty="0" err="1"/>
              <a:t>Methods</a:t>
            </a:r>
            <a:r>
              <a:rPr lang="de-DE" dirty="0"/>
              <a:t> </a:t>
            </a:r>
            <a:r>
              <a:rPr lang="de-DE" dirty="0" err="1" smtClean="0"/>
              <a:t>used</a:t>
            </a:r>
            <a:endParaRPr lang="ru-RU" dirty="0"/>
          </a:p>
        </p:txBody>
      </p:sp>
      <p:sp>
        <p:nvSpPr>
          <p:cNvPr id="3" name="Объект 2"/>
          <p:cNvSpPr>
            <a:spLocks noGrp="1"/>
          </p:cNvSpPr>
          <p:nvPr>
            <p:ph idx="1"/>
          </p:nvPr>
        </p:nvSpPr>
        <p:spPr/>
        <p:txBody>
          <a:bodyPr/>
          <a:lstStyle/>
          <a:p>
            <a:r>
              <a:rPr lang="en-US" dirty="0"/>
              <a:t>Cyberbullying involves repeated behavior with intent to harm.</a:t>
            </a:r>
          </a:p>
          <a:p>
            <a:r>
              <a:rPr lang="en-US" dirty="0" smtClean="0"/>
              <a:t>Cyberbullying is perpetrated through harassment, cyberstalking, denigration (sending or posting cruel rumors and falsehoods to damage reputation and friendships), impersonation, and exclusion (intentionally and cruelly excluding someone from an online group)</a:t>
            </a:r>
            <a:endParaRPr lang="ru-RU" dirty="0"/>
          </a:p>
        </p:txBody>
      </p:sp>
    </p:spTree>
    <p:extLst>
      <p:ext uri="{BB962C8B-B14F-4D97-AF65-F5344CB8AC3E}">
        <p14:creationId xmlns:p14="http://schemas.microsoft.com/office/powerpoint/2010/main" val="3130145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What can we do about it?</a:t>
            </a:r>
            <a:endParaRPr lang="ru-RU" dirty="0"/>
          </a:p>
        </p:txBody>
      </p:sp>
      <p:sp>
        <p:nvSpPr>
          <p:cNvPr id="3" name="Объект 2"/>
          <p:cNvSpPr>
            <a:spLocks noGrp="1"/>
          </p:cNvSpPr>
          <p:nvPr>
            <p:ph idx="1"/>
          </p:nvPr>
        </p:nvSpPr>
        <p:spPr/>
        <p:txBody>
          <a:bodyPr/>
          <a:lstStyle/>
          <a:p>
            <a:pPr marL="0" indent="0">
              <a:buNone/>
            </a:pPr>
            <a:r>
              <a:rPr lang="en-US" dirty="0" smtClean="0"/>
              <a:t>Nothing.</a:t>
            </a:r>
          </a:p>
          <a:p>
            <a:pPr marL="0" indent="0">
              <a:buNone/>
            </a:pPr>
            <a:r>
              <a:rPr lang="en-US" dirty="0" smtClean="0"/>
              <a:t>Absolutely nothing.</a:t>
            </a:r>
          </a:p>
          <a:p>
            <a:pPr marL="0" indent="0">
              <a:buNone/>
            </a:pPr>
            <a:endParaRPr lang="en-US" dirty="0" smtClean="0"/>
          </a:p>
          <a:p>
            <a:pPr marL="0" indent="0">
              <a:buNone/>
            </a:pPr>
            <a:r>
              <a:rPr lang="de-DE" dirty="0" err="1" smtClean="0"/>
              <a:t>Cyberbullying</a:t>
            </a:r>
            <a:r>
              <a:rPr lang="de-DE" dirty="0" smtClean="0"/>
              <a:t> will </a:t>
            </a:r>
            <a:r>
              <a:rPr lang="de-DE" dirty="0" err="1" smtClean="0"/>
              <a:t>exist</a:t>
            </a:r>
            <a:r>
              <a:rPr lang="de-DE" dirty="0" smtClean="0"/>
              <a:t> </a:t>
            </a:r>
            <a:r>
              <a:rPr lang="de-DE" dirty="0" err="1" smtClean="0"/>
              <a:t>until</a:t>
            </a:r>
            <a:r>
              <a:rPr lang="de-DE" dirty="0" smtClean="0"/>
              <a:t> </a:t>
            </a:r>
            <a:r>
              <a:rPr lang="de-DE" dirty="0" err="1" smtClean="0"/>
              <a:t>they</a:t>
            </a:r>
            <a:r>
              <a:rPr lang="de-DE" dirty="0" smtClean="0"/>
              <a:t> </a:t>
            </a:r>
            <a:r>
              <a:rPr lang="de-DE" dirty="0" err="1" smtClean="0"/>
              <a:t>get</a:t>
            </a:r>
            <a:r>
              <a:rPr lang="de-DE" dirty="0" smtClean="0"/>
              <a:t> </a:t>
            </a:r>
            <a:r>
              <a:rPr lang="de-DE" dirty="0" err="1" smtClean="0"/>
              <a:t>what</a:t>
            </a:r>
            <a:r>
              <a:rPr lang="de-DE" dirty="0" smtClean="0"/>
              <a:t> </a:t>
            </a:r>
            <a:r>
              <a:rPr lang="de-DE" dirty="0" err="1" smtClean="0"/>
              <a:t>they</a:t>
            </a:r>
            <a:r>
              <a:rPr lang="de-DE" dirty="0" smtClean="0"/>
              <a:t> </a:t>
            </a:r>
            <a:r>
              <a:rPr lang="de-DE" dirty="0" err="1" smtClean="0"/>
              <a:t>want</a:t>
            </a:r>
            <a:r>
              <a:rPr lang="en-US" dirty="0" smtClean="0"/>
              <a:t>.</a:t>
            </a:r>
          </a:p>
          <a:p>
            <a:pPr marL="0" indent="0">
              <a:buNone/>
            </a:pPr>
            <a:endParaRPr lang="en-US" dirty="0"/>
          </a:p>
          <a:p>
            <a:pPr marL="0" indent="0">
              <a:buNone/>
            </a:pPr>
            <a:r>
              <a:rPr lang="en-US" dirty="0" smtClean="0"/>
              <a:t>BUT!</a:t>
            </a:r>
          </a:p>
          <a:p>
            <a:pPr marL="0" indent="0">
              <a:buNone/>
            </a:pPr>
            <a:r>
              <a:rPr lang="en-US" dirty="0" smtClean="0"/>
              <a:t>We always can block this people and ignore them.</a:t>
            </a:r>
            <a:endParaRPr lang="de-DE" dirty="0" smtClean="0"/>
          </a:p>
        </p:txBody>
      </p:sp>
    </p:spTree>
    <p:extLst>
      <p:ext uri="{BB962C8B-B14F-4D97-AF65-F5344CB8AC3E}">
        <p14:creationId xmlns:p14="http://schemas.microsoft.com/office/powerpoint/2010/main" val="308876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Source</a:t>
            </a:r>
            <a:endParaRPr lang="ru-RU" dirty="0"/>
          </a:p>
        </p:txBody>
      </p:sp>
      <p:sp>
        <p:nvSpPr>
          <p:cNvPr id="3" name="Объект 2"/>
          <p:cNvSpPr>
            <a:spLocks noGrp="1"/>
          </p:cNvSpPr>
          <p:nvPr>
            <p:ph idx="1"/>
          </p:nvPr>
        </p:nvSpPr>
        <p:spPr/>
        <p:txBody>
          <a:bodyPr/>
          <a:lstStyle/>
          <a:p>
            <a:pPr marL="0" indent="0">
              <a:buNone/>
            </a:pPr>
            <a:r>
              <a:rPr lang="en-US" dirty="0" smtClean="0"/>
              <a:t>I TOOK EVERYTHING FROM </a:t>
            </a:r>
          </a:p>
          <a:p>
            <a:pPr marL="0" indent="0">
              <a:buNone/>
            </a:pPr>
            <a:r>
              <a:rPr lang="de-DE" dirty="0" smtClean="0">
                <a:hlinkClick r:id="rId2"/>
              </a:rPr>
              <a:t>https://en.wikipedia.org/wiki/Cyberbullying</a:t>
            </a:r>
            <a:endParaRPr lang="de-DE" dirty="0" smtClean="0"/>
          </a:p>
          <a:p>
            <a:pPr marL="0" indent="0">
              <a:buNone/>
            </a:pPr>
            <a:endParaRPr lang="de-DE" dirty="0"/>
          </a:p>
          <a:p>
            <a:pPr marL="0" indent="0">
              <a:buNone/>
            </a:pPr>
            <a:r>
              <a:rPr lang="en-US" dirty="0"/>
              <a:t>Text is available under the </a:t>
            </a:r>
            <a:r>
              <a:rPr lang="en-US" dirty="0">
                <a:hlinkClick r:id="rId3" tooltip="Wikipedia:Text of the Creative Commons Attribution-ShareAlike 4.0 International License"/>
              </a:rPr>
              <a:t>Creative Commons Attribution-</a:t>
            </a:r>
            <a:r>
              <a:rPr lang="en-US" dirty="0" err="1">
                <a:hlinkClick r:id="rId3" tooltip="Wikipedia:Text of the Creative Commons Attribution-ShareAlike 4.0 International License"/>
              </a:rPr>
              <a:t>ShareAlike</a:t>
            </a:r>
            <a:r>
              <a:rPr lang="en-US" dirty="0">
                <a:hlinkClick r:id="rId3" tooltip="Wikipedia:Text of the Creative Commons Attribution-ShareAlike 4.0 International License"/>
              </a:rPr>
              <a:t> 4.0 License</a:t>
            </a:r>
            <a:r>
              <a:rPr lang="en-US" dirty="0"/>
              <a:t>; additional terms may apply. By using this site, you agree to the </a:t>
            </a:r>
            <a:r>
              <a:rPr lang="en-US" dirty="0">
                <a:hlinkClick r:id="rId4" tooltip="foundation:Special:MyLanguage/Policy:Terms of Use"/>
              </a:rPr>
              <a:t>Terms of Use</a:t>
            </a:r>
            <a:r>
              <a:rPr lang="en-US" dirty="0"/>
              <a:t> and </a:t>
            </a:r>
            <a:r>
              <a:rPr lang="en-US" dirty="0">
                <a:hlinkClick r:id="rId5" tooltip="foundation:Special:MyLanguage/Policy:Privacy policy"/>
              </a:rPr>
              <a:t>Privacy Policy</a:t>
            </a:r>
            <a:r>
              <a:rPr lang="en-US" dirty="0"/>
              <a:t>. Wikipedia® is a registered trademark of the </a:t>
            </a:r>
            <a:r>
              <a:rPr lang="en-US" dirty="0">
                <a:hlinkClick r:id="rId6"/>
              </a:rPr>
              <a:t>Wikimedia Foundation, Inc.</a:t>
            </a:r>
            <a:r>
              <a:rPr lang="en-US" dirty="0"/>
              <a:t>, a non-profit organization.</a:t>
            </a:r>
            <a:endParaRPr lang="de-DE" dirty="0" smtClean="0"/>
          </a:p>
          <a:p>
            <a:endParaRPr lang="ru-RU" dirty="0"/>
          </a:p>
        </p:txBody>
      </p:sp>
    </p:spTree>
    <p:extLst>
      <p:ext uri="{BB962C8B-B14F-4D97-AF65-F5344CB8AC3E}">
        <p14:creationId xmlns:p14="http://schemas.microsoft.com/office/powerpoint/2010/main" val="2931899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Thanks!</a:t>
            </a:r>
            <a:endParaRPr lang="ru-RU" dirty="0"/>
          </a:p>
        </p:txBody>
      </p:sp>
      <p:sp>
        <p:nvSpPr>
          <p:cNvPr id="3" name="Объект 2"/>
          <p:cNvSpPr>
            <a:spLocks noGrp="1"/>
          </p:cNvSpPr>
          <p:nvPr>
            <p:ph idx="1"/>
          </p:nvPr>
        </p:nvSpPr>
        <p:spPr/>
        <p:txBody>
          <a:bodyPr/>
          <a:lstStyle/>
          <a:p>
            <a:r>
              <a:rPr lang="en-US" dirty="0" smtClean="0"/>
              <a:t>No design because I am lazy</a:t>
            </a:r>
            <a:r>
              <a:rPr lang="en-US" dirty="0" smtClean="0">
                <a:sym typeface="Wingdings" panose="05000000000000000000" pitchFamily="2" charset="2"/>
              </a:rPr>
              <a:t></a:t>
            </a:r>
            <a:endParaRPr lang="ru-RU" dirty="0"/>
          </a:p>
        </p:txBody>
      </p:sp>
    </p:spTree>
    <p:extLst>
      <p:ext uri="{BB962C8B-B14F-4D97-AF65-F5344CB8AC3E}">
        <p14:creationId xmlns:p14="http://schemas.microsoft.com/office/powerpoint/2010/main" val="312270532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133</Words>
  <Application>Microsoft Office PowerPoint</Application>
  <PresentationFormat>Широкоэкранный</PresentationFormat>
  <Paragraphs>31</Paragraphs>
  <Slides>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7</vt:i4>
      </vt:variant>
    </vt:vector>
  </HeadingPairs>
  <TitlesOfParts>
    <vt:vector size="12" baseType="lpstr">
      <vt:lpstr>Arial</vt:lpstr>
      <vt:lpstr>Calibri</vt:lpstr>
      <vt:lpstr>Calibri Light</vt:lpstr>
      <vt:lpstr>Wingdings</vt:lpstr>
      <vt:lpstr>Тема Office</vt:lpstr>
      <vt:lpstr>Cyberbullying (Киберублинг)</vt:lpstr>
      <vt:lpstr>What is it?</vt:lpstr>
      <vt:lpstr>Forms of Cyberbullying</vt:lpstr>
      <vt:lpstr>Methods used</vt:lpstr>
      <vt:lpstr>What can we do about it?</vt:lpstr>
      <vt:lpstr>Source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Cyberbulling(Киберублинг)</dc:title>
  <dc:creator>shima</dc:creator>
  <cp:lastModifiedBy>shima</cp:lastModifiedBy>
  <cp:revision>4</cp:revision>
  <dcterms:created xsi:type="dcterms:W3CDTF">2025-10-08T16:31:26Z</dcterms:created>
  <dcterms:modified xsi:type="dcterms:W3CDTF">2025-10-08T17:14:18Z</dcterms:modified>
</cp:coreProperties>
</file>